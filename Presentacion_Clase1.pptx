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Introducción a la Ciencia de Datos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Clase 1: Reglas, Herramientas y Visión a Futuro</a:t>
            </a:r>
          </a:p>
          <a:p>
            <a:r>
              <a:t>Docente: Dudbil Olvasada Pabon Riaño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Reglas y Acuerdos de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 un ambiente de aprendizaje seguro y productivo:</a:t>
            </a:r>
          </a:p>
          <a:p>
            <a:pPr lvl="1"/>
            <a:r>
              <a:t>Puntualidad: Iniciamos a las 7:00 AM en punto.</a:t>
            </a:r>
          </a:p>
          <a:p>
            <a:pPr lvl="1"/>
            <a:r>
              <a:t>Descansos Cognitivos: Haremos una pausa para evitar fatiga.</a:t>
            </a:r>
          </a:p>
          <a:p>
            <a:pPr lvl="1"/>
            <a:r>
              <a:t>Estrategia EMI: Tendremos inmersiones de 10 min en inglés.</a:t>
            </a:r>
          </a:p>
          <a:p>
            <a:pPr lvl="1"/>
            <a:r>
              <a:t>Respeto: Ambiente seguro para compartir ideas y debatir.</a:t>
            </a:r>
          </a:p>
          <a:p>
            <a:pPr lvl="1"/>
            <a:r>
              <a:t>Canal de Comunicación: Utilizaremos un Espacio en Gmail.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🇬🇧 EMI Strategy: Warm-Up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Let's activate our English!</a:t>
            </a:r>
          </a:p>
          <a:p>
            <a:pPr lvl="1"/>
            <a:r>
              <a:t>Question:</a:t>
            </a:r>
          </a:p>
          <a:p>
            <a:pPr lvl="2">
              <a:defRPr b="1">
                <a:solidFill>
                  <a:srgbClr val="0066CC"/>
                </a:solidFill>
              </a:defRPr>
            </a:pPr>
            <a:r>
              <a:t>What is the first word that comes to your mind when you hear 'Data Science'?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🇬🇧 EMI Strategy: Video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Objectives:</a:t>
            </a:r>
          </a:p>
          <a:p>
            <a:pPr lvl="1"/>
            <a:r>
              <a:t>1. Learn key technical vocabulary.</a:t>
            </a:r>
          </a:p>
          <a:p>
            <a:pPr lvl="1"/>
            <a:r>
              <a:t>2. Understand the core concept of Data Science.</a:t>
            </a:r>
          </a:p>
          <a:p>
            <a:pPr/>
            <a:r>
              <a:t>Video: What is Data Science?</a:t>
            </a:r>
          </a:p>
          <a:p>
            <a:pPr lvl="1"/>
            <a:r>
              <a:t>Link: https://www.youtube.com/watch?v=xN6dbHSbohk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🇬🇧 EMI Strategy: Vocabulary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terms from the video:</a:t>
            </a:r>
          </a:p>
          <a:p>
            <a:pPr lvl="1"/>
            <a:r>
              <a:t>Data: Raw facts and statistics.</a:t>
            </a:r>
          </a:p>
          <a:p>
            <a:pPr lvl="1"/>
            <a:r>
              <a:t>Insights: Deep understanding or discoveries.</a:t>
            </a:r>
          </a:p>
          <a:p>
            <a:pPr lvl="1"/>
            <a:r>
              <a:t>Machine Learning: Algorithms that learn from data.</a:t>
            </a:r>
          </a:p>
          <a:p>
            <a:pPr lvl="1"/>
            <a:r>
              <a:t>Predict: To say what will happen in the future.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🇬🇧 EMI Strategy: Let's Check!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 the Mentimeter! (Questions 1-3)</a:t>
            </a:r>
          </a:p>
          <a:p>
            <a:pPr lvl="1"/>
            <a:r>
              <a:t>Q1: What are the three V's of Big Data mentioned in the video?</a:t>
            </a:r>
          </a:p>
          <a:p>
            <a:pPr lvl="2"/>
            <a:r>
              <a:t>A) Video, Vision, Value | B) Volume, Velocity, Variety | C) Virtual, Vector, Volume</a:t>
            </a:r>
          </a:p>
          <a:p>
            <a:pPr lvl="1"/>
            <a:r>
              <a:t>Q2: What is the first component of Data Science according to the video?</a:t>
            </a:r>
          </a:p>
          <a:p>
            <a:pPr lvl="2"/>
            <a:r>
              <a:t>A) Domain expertise and scientific methods | B) Buying hardware | C) Writing blog posts</a:t>
            </a:r>
          </a:p>
          <a:p>
            <a:pPr lvl="1"/>
            <a:r>
              <a:t>Q3: What does 'Velocity' refer to in Big Data?</a:t>
            </a:r>
          </a:p>
          <a:p>
            <a:pPr lvl="2"/>
            <a:r>
              <a:t>A) The speed of the computer | B) Huge amounts of data flowing at a tremendous speed | C) Typing skills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🇬🇧 EMI Strategy: Let's Check!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 the Mentimeter! (Questions 4-5)</a:t>
            </a:r>
          </a:p>
          <a:p>
            <a:pPr lvl="1"/>
            <a:r>
              <a:t>Q4: What helps provide insights by building and running automated models?</a:t>
            </a:r>
          </a:p>
          <a:p>
            <a:pPr lvl="2"/>
            <a:r>
              <a:t>A) Machine Learning | B) Data Cleansing | C) Web Design</a:t>
            </a:r>
          </a:p>
          <a:p>
            <a:pPr lvl="1"/>
            <a:r>
              <a:t>Q5: (Word Cloud) Write one format of Big Data mentioned in the video!</a:t>
            </a:r>
          </a:p>
          <a:p>
            <a:pPr lvl="2"/>
            <a:r>
              <a:t>Example: Structured, Semi-structured, Unstructured, JSON, XML...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 Tecnológicas: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¿Por qué GitHub?</a:t>
            </a:r>
          </a:p>
          <a:p>
            <a:pPr lvl="1"/>
            <a:r>
              <a:t>Es el portafolio profesional estándar para código y proyectos.</a:t>
            </a:r>
          </a:p>
          <a:p>
            <a:pPr/>
            <a:r>
              <a:t>Paso a paso:</a:t>
            </a:r>
          </a:p>
          <a:p>
            <a:pPr lvl="1"/>
            <a:r>
              <a:t>1. Ingresa a github.com.</a:t>
            </a:r>
          </a:p>
          <a:p>
            <a:pPr lvl="1"/>
            <a:r>
              <a:t>2. Haz clic en 'Sign Up' y regístrate con tu correo.</a:t>
            </a:r>
          </a:p>
          <a:p>
            <a:pPr lvl="1"/>
            <a:r>
              <a:t>3. Personaliza tu perfil.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 Tecnológicas: LLMNotebook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Asistencia con Inteligencia Artificial</a:t>
            </a:r>
          </a:p>
          <a:p>
            <a:pPr lvl="1"/>
            <a:r>
              <a:t>Usaremos LLMNotebook para acelerar nuestro aprendizaje.</a:t>
            </a:r>
          </a:p>
          <a:p>
            <a:pPr/>
            <a:r>
              <a:t>Paso a paso:</a:t>
            </a:r>
          </a:p>
          <a:p>
            <a:pPr lvl="1"/>
            <a:r>
              <a:t>1. Accede a la plataforma proporcionada por el docente.</a:t>
            </a:r>
          </a:p>
          <a:p>
            <a:pPr lvl="1"/>
            <a:r>
              <a:t>2. Formula un 'prompt' claro. (Ej: 'Actúa como Data Scientist y resume en 3 puntos...') </a:t>
            </a:r>
          </a:p>
          <a:p>
            <a:pPr lvl="1"/>
            <a:r>
              <a:t>3. Analiza críticamente la respuesta; la IA es tu asistente, tú tomas las decisiones.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Central: El Futuro del Científico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Objetivo: Analizar reportes clave (Donoho, WEF, Stanford AI).</a:t>
            </a:r>
          </a:p>
          <a:p>
            <a:pPr/>
            <a:r>
              <a:t>Trabajo en grupos:</a:t>
            </a:r>
          </a:p>
          <a:p>
            <a:pPr lvl="1"/>
            <a:r>
              <a:t>Distribúyanse los documentos y usen LLMNotebook para procesar la información rápido.</a:t>
            </a:r>
          </a:p>
          <a:p>
            <a:pPr/>
            <a:r>
              <a:t>Entregables de la exposición:</a:t>
            </a:r>
          </a:p>
          <a:p>
            <a:pPr lvl="1"/>
            <a:r>
              <a:t>1. Resumen visual: Una diapositiva o infografía con los puntos clave.</a:t>
            </a:r>
          </a:p>
          <a:p>
            <a:pPr lvl="1"/>
            <a:r>
              <a:t>2. Conexión práctica: Un ejemplo real aplicable.</a:t>
            </a:r>
          </a:p>
          <a:p>
            <a:pPr lvl="1"/>
            <a:r>
              <a:t>3. Dato de Impacto: Un hallazgo sorprendente.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Sustentaciones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Reglas de la Exposición:</a:t>
            </a:r>
          </a:p>
          <a:p>
            <a:pPr lvl="1"/>
            <a:r>
              <a:t>Tiempo: 15 minutos exactos por grupo.</a:t>
            </a:r>
          </a:p>
          <a:p>
            <a:pPr lvl="1"/>
            <a:r>
              <a:t>Dinámica: Todos deben participar y mostrar dominio del tema.</a:t>
            </a:r>
          </a:p>
          <a:p>
            <a:pPr lvl="1"/>
            <a:r>
              <a:t>Feedback: Al final habrá espacio para preguntas y co-evaluación formativa.</a:t>
            </a:r>
          </a:p>
          <a:p>
            <a:pPr/>
            <a:r>
              <a:t>¡Manos a la obra!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